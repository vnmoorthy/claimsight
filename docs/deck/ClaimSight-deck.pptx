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seconds. Say the tagline,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seconds. The $101B figure is from the NRF / Appriss Retail 2023 returns report: $743B returned, 14.5% of sales, fraud and abuse about 14% of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promises: it sees, it applies policy, it executes. The card on the right is what the customer and the manager both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cards left to right in twenty seconds. Land on Transaction: this is the layer most teams never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 here. Evidence clips are pre-indexed; filming on stage is theater. If the gateway is slow, the deterministic policy engine takes over automatically and the trace looks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the React app, Slack/WorkBuddy and AgentX. Middle: the agent, cloud functions and Blob storage on Makers. Bottom: Memories.ai, the AI Gateway, VeloDB and AWS. Secrets never leave the functions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wow beat. Say the number out loud: ninety-three percent similarity, different account, frozen, escalated, denied.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Latest live run of the 30-claim golden set through the HTTP path: mean 10 of 10 with the offline policy scorer, p95 55 ms, gate PASS. Show the AgentX dashboard for ten seconds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tool and its job in one breath each. Nothing here is bolted on: remove any of them and a feature disappears.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loop line. Say thank you and stop; leave time for one judge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EXECUTABLE WORLD · SEPT 19 2026 · TRACK 1 · AI ASSISTANTS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ClaimSight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 with receipts.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after-sales teammate that watches the customer’s evidence video, applies your refund policy, executes the refund itself, and catches returns fraud by matching footage across accounts.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[name] · github.com/vnmoorthy/claimsight</a:t>
            </a:r>
            <a:endParaRPr lang="en-US" sz="1100" dirty="0"/>
          </a:p>
        </p:txBody>
      </p:sp>
      <p:pic>
        <p:nvPicPr>
          <p:cNvPr id="7" name="Image 0" descr="/Users/moorthy/Downloads/Projects/Executable World- A Full Stack AI Hackathon &amp; Mixer/claimsight/assets/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325880"/>
            <a:ext cx="457200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refund still needs a human to squint at a photo.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$101B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return fraud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0624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retailers, 2023. $13.70 of every $100 returned is fraud or abuse. (NRF and Appriss Retail, 2023 Consumer Returns in the Retail Industry)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8698" y="210312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8738" y="242316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88738" y="3611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watching the evidence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88738" y="420624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send photos and videos. Agents skim them, guess, and either overpay or escalate everything to a queue.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8757" y="2103120"/>
            <a:ext cx="3454298" cy="356616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8797" y="242316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508797" y="3611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claims, one cracked mug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08797" y="420624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damaged item gets filmed for three claims from three "customers". No refund queue can see across accounts.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CLAIMSIGHT 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after-sales teammate that finishes the job.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E4EE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148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the evidence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5603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Memories.ai indexes the customer’s 10-second clip: "white ceramic mug, chip on the rim at 0:03". Captions, frames and a summary become the claim’s evidence record.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4EE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74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your policy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886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and policy clauses P1–P6 live as structured JSON in Makers storage. No vector database. Every decision cites the clauses it used.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E4EEFB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800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the transaction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2120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or replacement is written to the ledger by a cloud function that re-checks the limits itself. Humans are pulled in only above $75 or on a fraud signal.</a:t>
            </a:r>
            <a:endParaRPr lang="en-US" sz="1300" dirty="0"/>
          </a:p>
        </p:txBody>
      </p:sp>
      <p:pic>
        <p:nvPicPr>
          <p:cNvPr id="16" name="Image 0" descr="/Users/moorthy/Downloads/Projects/Executable World- A Full Stack AI Hackathon &amp; Mixer/claimsight/assets/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011680"/>
            <a:ext cx="4572000" cy="41148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EVENT THESIS, EXECUTED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from evidence to ledger entry.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36003" cy="3200400"/>
          </a:xfrm>
          <a:prstGeom prst="roundRect">
            <a:avLst>
              <a:gd name="adj" fmla="val 5389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+ order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74720"/>
            <a:ext cx="15788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10-second clip. Orders and policy as JSON in Makers storage.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13243" y="2103120"/>
            <a:ext cx="2036003" cy="3200400"/>
          </a:xfrm>
          <a:prstGeom prst="roundRect">
            <a:avLst>
              <a:gd name="adj" fmla="val 5389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1843" y="2377440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041843" y="274320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damage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41843" y="3474720"/>
            <a:ext cx="15788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Memories.ai captions the clip and image-searches every prior claim for a twin.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7846" y="2103120"/>
            <a:ext cx="2036003" cy="3200400"/>
          </a:xfrm>
          <a:prstGeom prst="roundRect">
            <a:avLst>
              <a:gd name="adj" fmla="val 5389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6446" y="2377440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306446" y="274320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Card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06446" y="3474720"/>
            <a:ext cx="15788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chat shows the reasoning, cited clauses, evidence line and txn 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42449" y="2103120"/>
            <a:ext cx="2036003" cy="3200400"/>
          </a:xfrm>
          <a:prstGeom prst="roundRect">
            <a:avLst>
              <a:gd name="adj" fmla="val 5389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049" y="2377440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71049" y="274320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twice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571049" y="3474720"/>
            <a:ext cx="15788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applies it; the refund service enforces it again. Over limit? A human in Slack.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7052" y="2103120"/>
            <a:ext cx="2036003" cy="3200400"/>
          </a:xfrm>
          <a:prstGeom prst="roundRect">
            <a:avLst>
              <a:gd name="adj" fmla="val 5389"/>
            </a:avLst>
          </a:prstGeom>
          <a:solidFill>
            <a:srgbClr val="16324A"/>
          </a:solidFill>
          <a:ln w="15875">
            <a:solidFill>
              <a:srgbClr val="2BC0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35652" y="2377440"/>
            <a:ext cx="1578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BC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35652" y="2743200"/>
            <a:ext cx="15788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issued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35652" y="3474720"/>
            <a:ext cx="15788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entry, decision record, AgentX trace, dashboard row.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 stop at a chat answer. ClaimSight reaches the last layer: a transaction with a receipt.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chipped mug. A refund. A fraud catch.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786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mug arrived chipped, order A1042." Evidence clip attached. The trace lights up: order, policy, evidence, fraud, execute, record.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538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858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seen at 0:03. Clauses P1, P2, P4 satisfied. $24 is under the $75 limit. Refund executed, transaction id on the card.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818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51389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footage from a different account. Image search finds it at 0.93 similarity. Claim frozen, escalated to Slack, denied by the manager in the Refund Desk.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EF1F7"/>
          </a:solidFill>
          <a:ln w="12700">
            <a:solidFill>
              <a:srgbClr val="DBE0EC"/>
            </a:solidFill>
            <a:prstDash val="solid"/>
          </a:ln>
        </p:spPr>
      </p:sp>
      <p:pic>
        <p:nvPicPr>
          <p:cNvPr id="17" name="Image 0" descr="/Users/moorthy/Downloads/Projects/Executable World- A Full Stack AI Hackathon &amp; Mixer/claimsight/public/screenshots/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03120"/>
            <a:ext cx="5166360" cy="39776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runtime, cloud functions and storage on EdgeOne Makers; co-hosts do the seeing, gating and reviewing.</a:t>
            </a:r>
            <a:endParaRPr lang="en-US" sz="2400" dirty="0"/>
          </a:p>
        </p:txBody>
      </p:sp>
      <p:pic>
        <p:nvPicPr>
          <p:cNvPr id="4" name="Image 0" descr="/Users/moorthy/Downloads/Projects/Executable World- A Full Stack AI Hackathon &amp; Mixer/claimsight/asse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6808" y="1691640"/>
            <a:ext cx="7498080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MOMENT THAT TURNS THE 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mug, a different account.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evidence clip is indexed into the claims collection. Before paying, ClaimSight takes a frame from the new clip and runs an image search across every prior claim.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F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to claim C-1042, filed by another customer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P5 freezes the claim instead of paying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manager gets a Slack ping through the WorkBuddy Refund Desk skill.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in the desk: approve or deny, with a note that lands in the audit record.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01168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EEF1F7"/>
          </a:solidFill>
          <a:ln w="12700">
            <a:solidFill>
              <a:srgbClr val="DBE0EC"/>
            </a:solidFill>
            <a:prstDash val="solid"/>
          </a:ln>
        </p:spPr>
      </p:sp>
      <p:pic>
        <p:nvPicPr>
          <p:cNvPr id="9" name="Image 0" descr="/Users/moorthy/Downloads/Projects/Executable World- A Full Stack AI Hackathon &amp; Mixer/claimsight/public/screenshots/de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103120"/>
            <a:ext cx="5166360" cy="3977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PRODUCTION-READY, NOT A DEMO AGENT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like software.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21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claims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over-limit, out-of-window, replacement-first, fraud twin, non-returnable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20574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221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8346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floor out of 10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108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no-regression check against the previous run; CI fails the build below 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507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63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monitors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937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PII, secrets and prompt-injection scorers on every reply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388620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B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40507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46634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per claim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937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call, latency and decision in AgentX, linked to the eval run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057400"/>
            <a:ext cx="5516575" cy="3429000"/>
          </a:xfrm>
          <a:prstGeom prst="roundRect">
            <a:avLst>
              <a:gd name="adj" fmla="val 3200"/>
            </a:avLst>
          </a:prstGeom>
          <a:solidFill>
            <a:srgbClr val="EEF1F7"/>
          </a:solidFill>
          <a:ln w="12700">
            <a:solidFill>
              <a:srgbClr val="DBE0EC"/>
            </a:solidFill>
            <a:prstDash val="solid"/>
          </a:ln>
        </p:spPr>
      </p:sp>
      <p:pic>
        <p:nvPicPr>
          <p:cNvPr id="21" name="Image 0" descr="/Users/moorthy/Downloads/Projects/Executable World- A Full Stack AI Hackathon &amp; Mixer/claimsight/assets/agentx-tra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2148840"/>
            <a:ext cx="5333695" cy="32461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126480" y="553212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AgentX Observe: one trace per ClaimSight claim, straight from the running backend.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51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live in the refund service, not the prompt: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5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function re-checks amount, window and approval header, so the model cannot exceed policy even when asked to. The agent has no shell, no browser and no keys. If the gateway blinks, a deterministic policy engine runs the same steps and produces the same card.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THE CO-HOST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sponsor tool does real work.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EdgeOne Makers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 (session mode), custom MCP tools, Blob storage, AI Gateway models, streaming UI, tracing, one-command deploy.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8218" y="205740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Memories.ai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697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Datalake: upload, index, summary and captions, frame extraction, image search across the claims collection for the fraud twin.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7797" y="205740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AgentX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697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trace-eval: golden dataset, policy judge, deploy gate with no-regression check, online PII and secrets monitors.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251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Desk skill: pulls escalations, summarizes evidence and fraud matches, takes approve or deny, posts to Slack; daily .docx report.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8218" y="402336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2538" y="4251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VeloDB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12538" y="4663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claims_events table and dashboard SQL: auto-approval by hour, refunded dollars, fraud clusters, p95 latency.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7797" y="4023360"/>
            <a:ext cx="3515258" cy="1691640"/>
          </a:xfrm>
          <a:prstGeom prst="roundRect">
            <a:avLst>
              <a:gd name="adj" fmla="val 6486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02117" y="42519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466344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evidence archive on every upload (private, versioned, encrypted) and a CloudFormation stack for the EC2 host that runs AgentX and the live-evidence relay.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WINS, AND WHAT IS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Intelligence → Experience → Execution → Transaction. </a:t>
            </a:r>
            <a:pPr indent="0" marL="0">
              <a:buNone/>
            </a:pPr>
            <a:r>
              <a:rPr lang="en-US" sz="3600" b="1" dirty="0">
                <a:solidFill>
                  <a:srgbClr val="2BC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fraud is a $101B problem with a named buyer on every marketplace. The demo reaches a transaction, and the fraud catch is a moment judges remember.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274320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30 days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347472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pilot with a marketplace returns desk. Measure auto-approval rate, fraud catches and minutes saved per claim. AWS credits fund video volume, S3 and the AgentX host.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7797" y="274320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171C2B"/>
          </a:solidFill>
          <a:ln w="12700">
            <a:solidFill>
              <a:srgbClr val="2A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30175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3474720"/>
            <a:ext cx="29666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[demo URL]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github.com/vnmoorthy/claimsight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3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and storyboard in docs/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ClaimSight · The Executable World · Sept 19, 2026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9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ClaimSight — Refunds with receipts</dc:title>
  <dc:subject>PptxGenJS Presentation</dc:subject>
  <dc:creator>ClaimSight</dc:creator>
  <cp:lastModifiedBy>ClaimSight</cp:lastModifiedBy>
  <cp:revision>1</cp:revision>
  <dcterms:created xsi:type="dcterms:W3CDTF">2026-09-19T15:20:10Z</dcterms:created>
  <dcterms:modified xsi:type="dcterms:W3CDTF">2026-09-19T15:20:10Z</dcterms:modified>
</cp:coreProperties>
</file>