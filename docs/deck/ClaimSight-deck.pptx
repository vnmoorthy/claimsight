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seconds. Say the tagline,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seconds. The $101B figure is from the NRF / Appriss Retail 2023 returns report: $743B returned, 14.5% of sales, fraud and abuse about 14% of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promises: it sees, it applies policy, it executes. The card on the right is what the customer and the manager both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cards left to right in twenty seconds. Land on Transaction: this is the layer most teams never reach.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app here. Evidence clips are pre-indexed; filming on stage is theater. If the gateway is slow, the deterministic policy engine takes over automatically and the trace looks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React app, Slack/WorkBuddy and AgentX. Middle: the agent, cloud functions and Blob storage on Makers. Bottom: Memories.ai, the AI Gateway, VeloDB and AWS. Secrets never leave the functions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wow beat. Say the number out loud: ninety-three percent similarity, different account, frozen, escalated, denied. If asked about Memories.ai: the pipeline is built against their API; no credits on the day, so canned evidence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Latest live run of the 30-claim golden set through the HTTP path: mean 10 of 10 with the offline policy scorer, p95 55 ms, gate PASS. Show the AgentX dashboard for ten seconds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each tool and its job in one breath each. Nothing here is bolted on: remove any of them and a feature disappears.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loop line. Say thank you and stop; leave time for one judge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EXECUTABLE WORLD · SEPT 19 2026 · TRACK 1 · AI ASSISTANTS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ClaimSight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Refunds with receipts.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490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after-sales teammate that watches the customer’s evidence video, applies your refund policy, executes the refund itself, and catches returns fraud by matching footage across accounts.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[name] · github.com/vnmoorthy/claimsight</a:t>
            </a:r>
            <a:endParaRPr lang="en-US" sz="1100" dirty="0"/>
          </a:p>
        </p:txBody>
      </p:sp>
      <p:pic>
        <p:nvPicPr>
          <p:cNvPr id="7" name="Image 0" descr="/Users/moorthy/Downloads/Projects/Executable World- A Full Stack AI Hackathon &amp; Mixer/claimsight/asset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325880"/>
            <a:ext cx="457200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refund still needs a human to squint at a photo.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$101B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to return fraud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retailers, 2023. $13.70 of every $100 returned is fraud or abuse. (NRF and Appriss Retail, 2023 Consumer Returns in the Retail Industry)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8698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8738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4688738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watching the evidence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send photos and videos. Agents skim them, guess, and either overpay or escalate everything to a queue.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8757" y="210312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8797" y="2423160"/>
            <a:ext cx="28142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8508797" y="3611880"/>
            <a:ext cx="2814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claims, one cracked mug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420624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damaged item gets filmed for three claims from three "customers". No refund queue can see across accounts.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CLAIMSIGHT 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after-sales teammate that finishes the job.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148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the evidence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5603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 indexes the customer’s 10-second clip: "white ceramic mug, chip on the rim at 0:03". Captions, frames and a summary become the claim’s evidence record.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747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your policy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8862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and policy clauses P1–P6 live as structured JSON in Makers storage. No vector database. Every decision cites the clauses it used.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384048" cy="384048"/>
          </a:xfrm>
          <a:prstGeom prst="ellipse">
            <a:avLst/>
          </a:prstGeom>
          <a:solidFill>
            <a:srgbClr val="E4EE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800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the transaction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521208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or replacement is written to the ledger by a cloud function that re-checks the limits itself. Humans are pulled in only above $75 or on a fraud signal. The receipt is a Blender-rendered 3D twin of the damage.</a:t>
            </a:r>
            <a:endParaRPr lang="en-US" sz="1300" dirty="0"/>
          </a:p>
        </p:txBody>
      </p:sp>
      <p:pic>
        <p:nvPicPr>
          <p:cNvPr id="16" name="Image 0" descr="/Users/moorthy/Downloads/Projects/Executable World- A Full Stack AI Hackathon &amp; Mixer/claimsight/assets/twin/sample-mu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2148840"/>
            <a:ext cx="4937760" cy="35661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6675120" y="5760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Twin receipt: rendered in Blender where the evidence showed the damage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EVENT THESIS, EXECUTED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from evidence to ledger entry.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+ order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10-second clip. Orders and policy as JSON in Makers storage.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13243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41843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INTELLIGENCE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1843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damage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41843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clip is captioned and its frames are searched against every prior claim for a twin.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7846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6446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306446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Card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06446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chat shows the reasoning, cited clauses, evidence line and txn id.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42449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71049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3987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571049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Policy, twice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571049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applies it; the refund service enforces it again. Over limit? A human in Slack.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607052" y="2103120"/>
            <a:ext cx="2036003" cy="3200400"/>
          </a:xfrm>
          <a:prstGeom prst="roundRect">
            <a:avLst>
              <a:gd name="adj" fmla="val 5389"/>
            </a:avLst>
          </a:prstGeom>
          <a:solidFill>
            <a:srgbClr val="16324A"/>
          </a:solidFill>
          <a:ln w="15875">
            <a:solidFill>
              <a:srgbClr val="2BC0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835652" y="2377440"/>
            <a:ext cx="15788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BC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835652" y="2743200"/>
            <a:ext cx="15788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issued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835652" y="3474720"/>
            <a:ext cx="1578803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 entry, decision record, AgentX trace, dashboard row.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teams stop at a chat answer. ClaimSight reaches the last layer: a transaction with a receipt.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chipped mug. A refund. A fraud catch.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25856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5786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mug arrived chipped, order A1042." Evidence clip attached. The trace lights up: order, policy, evidence, fraud, execute, record.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5387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85876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seen at 0:02. Window checked (P1), damage visible (P2), replacement-first rule applied (P4). $24 is under the $75 limit: refund executed, transaction id on the card, and a 3D Damage Twin renders into the card 25 s later.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846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8188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5138928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footage from a different account: matched at 0.93 similarity across prior claims. Claim frozen, escalated to Slack, denied by the manager in the Refund Desk.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201168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17" name="Image 0" descr="/Users/moorthy/Downloads/Projects/Executable World- A Full Stack AI Hackathon &amp; Mixer/claimsight/public/screenshots/chat-tw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103120"/>
            <a:ext cx="5166360" cy="3977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runtime, cloud functions and storage on EdgeOne Makers; co-hosts do the seeing, gating and reviewing.</a:t>
            </a:r>
            <a:endParaRPr lang="en-US" sz="2400" dirty="0"/>
          </a:p>
        </p:txBody>
      </p:sp>
      <p:pic>
        <p:nvPicPr>
          <p:cNvPr id="4" name="Image 0" descr="/Users/moorthy/Downloads/Projects/Executable World- A Full Stack AI Hackathon &amp; Mixer/claimsight/asset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346808" y="1691640"/>
            <a:ext cx="7498080" cy="44988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THAT TURNS THE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mug, a different account.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evidence clip is indexed. Before paying, ClaimSight takes a frame from the new clip and searches every prior claim for the same footage. The detector was crash-tested with a Blender-rendered synthetic evidence set.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CF34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to the claim on order A1042, filed by another customer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0060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P5 freezes the claim instead of paying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manager gets a Slack ping through the WorkBuddy Refund Desk skill.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 in the desk: approve or deny, with a note that lands in the audit record.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201168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9" name="Image 0" descr="/Users/moorthy/Downloads/Projects/Executable World- A Full Stack AI Hackathon &amp; Mixer/claimsight/public/screenshots/la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2103120"/>
            <a:ext cx="5166360" cy="3063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093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clips rendered in Blender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76809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906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77906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recall at the shipped threshold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90525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622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1622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false-positive rate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424160" y="5394960"/>
            <a:ext cx="1234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533888" y="546811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0533888" y="5870448"/>
            <a:ext cx="1014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threshold from data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5138928"/>
            <a:ext cx="5349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Evidence Lab · detector: local-baseline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PRODUCTION-READY, NOT A DEMO AGENT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like software.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2219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claims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08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clean, over-limit, out-of-window, replacement-first, fraud twin, non-returnable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91840" y="20574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22219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floor out of 10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108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a no-regression check against the previous run; CI fails the build below it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507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63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monitors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37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PII, secrets and prompt-injection scorers on every reply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91840" y="3886200"/>
            <a:ext cx="2514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BE0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405079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4663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per claim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20440" y="4937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call, latency and decision in AgentX, linked to the eval run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26480" y="2057400"/>
            <a:ext cx="5516575" cy="3429000"/>
          </a:xfrm>
          <a:prstGeom prst="roundRect">
            <a:avLst>
              <a:gd name="adj" fmla="val 3200"/>
            </a:avLst>
          </a:prstGeom>
          <a:solidFill>
            <a:srgbClr val="EEF1F7"/>
          </a:solidFill>
          <a:ln w="12700">
            <a:solidFill>
              <a:srgbClr val="DBE0EC"/>
            </a:solidFill>
            <a:prstDash val="solid"/>
          </a:ln>
        </p:spPr>
      </p:sp>
      <p:pic>
        <p:nvPicPr>
          <p:cNvPr id="21" name="Image 0" descr="/Users/moorthy/Downloads/Projects/Executable World- A Full Stack AI Hackathon &amp; Mixer/claimsight/assets/agentx-tra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2148840"/>
            <a:ext cx="5333695" cy="32461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126480" y="5532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AgentX Observe: one trace per ClaimSight claim, straight from the running backend.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51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 live in the refund service, not the prompt: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A52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function re-checks amount, window and approval header, so the model cannot exceed policy even when asked to. The agent has no shell, no browser and no keys. If the gateway blinks, a deterministic policy engine runs the same steps and produces the same card.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ON THE CO-HOST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sponsor tool does real work.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EdgeOne Makers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 (session mode), custom MCP tools, Blob storage, AI Gateway models, streaming UI, tracing, one-command deploy.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38218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Memories.ai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Datalake client: upload, index, captions, frames, image search across prior claims. Built and contract-tested; demo day ran on canned evidence.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7797" y="205740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2117" y="22860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AgentX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2697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trace-eval: golden dataset, policy judge, deploy gate with no-regression check, online PII and secrets monitors.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WorkBuddy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Desk skill: pulls escalations, summarizes evidence and fraud matches, takes approve or deny, posts to Slack; daily .docx report.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38218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2538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VeloDB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12538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claims_events table and dashboard SQL: auto-approval by hour, refunded dollars, fraud clusters, p95 latency.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27797" y="4023360"/>
            <a:ext cx="3515258" cy="1691640"/>
          </a:xfrm>
          <a:prstGeom prst="roundRect">
            <a:avLst>
              <a:gd name="adj" fmla="val 6486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02117" y="42519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402117" y="466344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evidence archive on every upload (private, versioned, encrypted) and a CloudFormation stack for the EC2 host that runs AgentX and the live-evidence relay.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WINS, AND WHAT IS 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→ Intelligence → Experience → Execution → Transaction. </a:t>
            </a:r>
            <a:pPr indent="0" marL="0">
              <a:buNone/>
            </a:pPr>
            <a:r>
              <a:rPr lang="en-US" sz="3600" b="1" dirty="0">
                <a:solidFill>
                  <a:srgbClr val="2BC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wins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fraud is a $101B problem with a named buyer on every marketplace. The demo reaches a transaction, and the fraud catch is a moment judges remember.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8218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30 days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pilot with a marketplace returns desk. Measure auto-approval rate, fraud catches and minutes saved per claim. AWS credits fund video volume, S3 and the AgentX host.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7797" y="274320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171C2B"/>
          </a:solidFill>
          <a:ln w="12700">
            <a:solidFill>
              <a:srgbClr val="2A31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2117" y="301752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987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02117" y="3474720"/>
            <a:ext cx="296661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[demo URL]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Repository: github.com/vnmoorthy/claimsight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BB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storyboard in docs/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69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8E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ClaimSight · The Executable World · Sept 19, 2026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ClaimSight — Refunds with receipts</dc:title>
  <dc:subject>PptxGenJS Presentation</dc:subject>
  <dc:creator>ClaimSight</dc:creator>
  <cp:lastModifiedBy>ClaimSight</cp:lastModifiedBy>
  <cp:revision>1</cp:revision>
  <dcterms:created xsi:type="dcterms:W3CDTF">2026-09-19T21:59:23Z</dcterms:created>
  <dcterms:modified xsi:type="dcterms:W3CDTF">2026-09-19T21:59:23Z</dcterms:modified>
</cp:coreProperties>
</file>